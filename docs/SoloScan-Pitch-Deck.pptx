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SoloScan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BBDDFF"/>
                </a:solidFill>
              </a:rPr>
              <a:t>One health platform for Nigeria — app, WhatsApp &amp; hospitals, connected.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1. Introduction — what SoloScan is</a:t>
            </a:r>
          </a:p>
          <a:p>
            <a:pPr>
              <a:spcAft>
                <a:spcPts val="1200"/>
              </a:spcAft>
            </a:pPr>
            <a:r>
              <a:rPr sz="2200"/>
              <a:t>2. Technical deep-dive — how it works</a:t>
            </a:r>
          </a:p>
          <a:p>
            <a:pPr>
              <a:spcAft>
                <a:spcPts val="1200"/>
              </a:spcAft>
            </a:pPr>
            <a:r>
              <a:rPr sz="2200"/>
              <a:t>3. Business &amp; future — why it wins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Part 1 —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What SoloScan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Unified health directory, referral, triage &amp; information platform</a:t>
            </a:r>
          </a:p>
          <a:p>
            <a:pPr>
              <a:spcAft>
                <a:spcPts val="1200"/>
              </a:spcAft>
            </a:pPr>
            <a:r>
              <a:rPr sz="2200"/>
              <a:t>• One backend → mobile app + WhatsApp assistant + facility portal</a:t>
            </a:r>
          </a:p>
          <a:p>
            <a:pPr>
              <a:spcAft>
                <a:spcPts val="1200"/>
              </a:spcAft>
            </a:pPr>
            <a:r>
              <a:rPr sz="2200"/>
              <a:t>• One identity: your phone number works everywhere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🏥 Nearby hospital finder (GPS or WhatsApp location)</a:t>
            </a:r>
          </a:p>
          <a:p>
            <a:pPr>
              <a:spcAft>
                <a:spcPts val="1200"/>
              </a:spcAft>
            </a:pPr>
            <a:r>
              <a:rPr sz="2200"/>
              <a:t>• 📅 Doctor &amp; lab-test booking</a:t>
            </a:r>
          </a:p>
          <a:p>
            <a:pPr>
              <a:spcAft>
                <a:spcPts val="1200"/>
              </a:spcAft>
            </a:pPr>
            <a:r>
              <a:rPr sz="2200"/>
              <a:t>• 👩🏾‍⚕️ Nurse Titi — AI first-aid &amp; triage with safety guardrails</a:t>
            </a:r>
          </a:p>
          <a:p>
            <a:pPr>
              <a:spcAft>
                <a:spcPts val="1200"/>
              </a:spcAft>
            </a:pPr>
            <a:r>
              <a:rPr sz="2200"/>
              <a:t>• 🩺 EHR-Lite medical passport + 🚨 NHIA emergency check-in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PostGIS spatial search ranks hospitals by true distance</a:t>
            </a:r>
          </a:p>
          <a:p>
            <a:pPr>
              <a:spcAft>
                <a:spcPts val="1200"/>
              </a:spcAft>
            </a:pPr>
            <a:r>
              <a:rPr sz="2200"/>
              <a:t>• Redis state machine guides WhatsApp conversations</a:t>
            </a:r>
          </a:p>
          <a:p>
            <a:pPr>
              <a:spcAft>
                <a:spcPts val="1200"/>
              </a:spcAft>
            </a:pPr>
            <a:r>
              <a:rPr sz="2200"/>
              <a:t>• OSRM routing + turn-by-turn navigation built in</a:t>
            </a:r>
          </a:p>
          <a:p>
            <a:pPr>
              <a:spcAft>
                <a:spcPts val="1200"/>
              </a:spcAft>
            </a:pPr>
            <a:r>
              <a:rPr sz="2200"/>
              <a:t>• Ollama Cloud AI (free tier) with enforced safety disclaimer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Part 2 — Technical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Node.js + TypeScript API · PostgreSQL + PostGIS · Redis</a:t>
            </a:r>
          </a:p>
          <a:p>
            <a:pPr>
              <a:spcAft>
                <a:spcPts val="1200"/>
              </a:spcAft>
            </a:pPr>
            <a:r>
              <a:rPr sz="2200"/>
              <a:t>• JWT auth (app) + phone binding (WhatsApp) + admin keys (facilities)</a:t>
            </a:r>
          </a:p>
          <a:p>
            <a:pPr>
              <a:spcAft>
                <a:spcPts val="1200"/>
              </a:spcAft>
            </a:pPr>
            <a:r>
              <a:rPr sz="2200"/>
              <a:t>• Meta Cloud API in production · Baileys pairing for local testing</a:t>
            </a:r>
          </a:p>
          <a:p>
            <a:pPr>
              <a:spcAft>
                <a:spcPts val="1200"/>
              </a:spcAft>
            </a:pPr>
            <a:r>
              <a:rPr sz="2200"/>
              <a:t>• Expo + Flet clients share one account and one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Data &amp;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Users, EHR profiles, geo-indexed facilities, bookings, transfers</a:t>
            </a:r>
          </a:p>
          <a:p>
            <a:pPr>
              <a:spcAft>
                <a:spcPts val="1200"/>
              </a:spcAft>
            </a:pPr>
            <a:r>
              <a:rPr sz="2200"/>
              <a:t>• ST_DWithin / ST_Distance proximity queries</a:t>
            </a:r>
          </a:p>
          <a:p>
            <a:pPr>
              <a:spcAft>
                <a:spcPts val="1200"/>
              </a:spcAft>
            </a:pPr>
            <a:r>
              <a:rPr sz="2200"/>
              <a:t>• Keyword emergency detection → nearest emergency-ready facilities</a:t>
            </a:r>
          </a:p>
          <a:p>
            <a:pPr>
              <a:spcAft>
                <a:spcPts val="1200"/>
              </a:spcAft>
            </a:pPr>
            <a:r>
              <a:rPr sz="2200"/>
              <a:t>• 23 automated tests + scripted end-to-end bot simulator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AI Safety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First aid only — no diagnosis, no controlled prescriptions</a:t>
            </a:r>
          </a:p>
          <a:p>
            <a:pPr>
              <a:spcAft>
                <a:spcPts val="1200"/>
              </a:spcAft>
            </a:pPr>
            <a:r>
              <a:rPr sz="2200"/>
              <a:t>• Disclaimer auto-appended when the model omits it</a:t>
            </a:r>
          </a:p>
          <a:p>
            <a:pPr>
              <a:spcAft>
                <a:spcPts val="1200"/>
              </a:spcAft>
            </a:pPr>
            <a:r>
              <a:rPr sz="2200"/>
              <a:t>• Retry with backoff, then safe offline fallback</a:t>
            </a:r>
          </a:p>
          <a:p>
            <a:pPr>
              <a:spcAft>
                <a:spcPts val="1200"/>
              </a:spcAft>
            </a:pPr>
            <a:r>
              <a:rPr sz="2200"/>
              <a:t>• Full transfer audit trail for hospitals &amp; HMOs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Part 3 — Business &amp;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Market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Patients (WhatsApp-first) · hospitals/labs (SaaS) · HMOs (portability fees)</a:t>
            </a:r>
          </a:p>
          <a:p>
            <a:pPr>
              <a:spcAft>
                <a:spcPts val="1200"/>
              </a:spcAft>
            </a:pPr>
            <a:r>
              <a:rPr sz="2200"/>
              <a:t>• Beachhead: Lagos, then nationwide</a:t>
            </a:r>
          </a:p>
          <a:p>
            <a:pPr>
              <a:spcAft>
                <a:spcPts val="1200"/>
              </a:spcAft>
            </a:pPr>
            <a:r>
              <a:rPr sz="2200"/>
              <a:t>• Revenue: subscriptions + booking commissions + insurer integrations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WhatsApp-first launch — zero installs, hospital partners</a:t>
            </a:r>
          </a:p>
          <a:p>
            <a:pPr>
              <a:spcAft>
                <a:spcPts val="1200"/>
              </a:spcAft>
            </a:pPr>
            <a:r>
              <a:rPr sz="2200"/>
              <a:t>• Pilot emergency check-in with 2–3 hospitals + 1 HMO</a:t>
            </a:r>
          </a:p>
          <a:p>
            <a:pPr>
              <a:spcAft>
                <a:spcPts val="1200"/>
              </a:spcAft>
            </a:pPr>
            <a:r>
              <a:rPr sz="2200"/>
              <a:t>• Proof points → paid facility SaaS rollout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Now: directory, bot, apps, portal, alerts, CI-built APK</a:t>
            </a:r>
          </a:p>
          <a:p>
            <a:pPr>
              <a:spcAft>
                <a:spcPts val="1200"/>
              </a:spcAft>
            </a:pPr>
            <a:r>
              <a:rPr sz="2200"/>
              <a:t>• Next: in-chat booking &amp; payments, HMO verification, local languages</a:t>
            </a:r>
          </a:p>
          <a:p>
            <a:pPr>
              <a:spcAft>
                <a:spcPts val="1200"/>
              </a:spcAft>
            </a:pPr>
            <a:r>
              <a:rPr sz="2200"/>
              <a:t>• Later: multi-state scale, telemedicine, insurer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66CC"/>
                </a:solidFill>
              </a:rPr>
              <a:t>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sz="2200"/>
              <a:t>• Clinical safety → guardrails + escalation + human-in-the-loop</a:t>
            </a:r>
          </a:p>
          <a:p>
            <a:pPr>
              <a:spcAft>
                <a:spcPts val="1200"/>
              </a:spcAft>
            </a:pPr>
            <a:r>
              <a:rPr sz="2200"/>
              <a:t>• Data protection → NDPR-aligned, minimal data, encrypted transport</a:t>
            </a:r>
          </a:p>
          <a:p>
            <a:pPr>
              <a:spcAft>
                <a:spcPts val="1200"/>
              </a:spcAft>
            </a:pPr>
            <a:r>
              <a:rPr sz="2200"/>
              <a:t>• Platform risk → dual WhatsApp transports + app-first experience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BBDDFF"/>
                </a:solidFill>
              </a:rPr>
              <a:t>SoloScan — care, connected. Seeking pilot hospitals, one HMO partner &amp; pre-seed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